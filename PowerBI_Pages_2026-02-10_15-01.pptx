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545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Annotator - Test Page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11274552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9902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634472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5074920"/>
            <a:ext cx="9902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634472" y="5074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Cecilia Wang</cp:lastModifiedBy>
  <cp:revision>1</cp:revision>
  <dcterms:created xsi:type="dcterms:W3CDTF">2026-02-10T04:01:13Z</dcterms:created>
  <dcterms:modified xsi:type="dcterms:W3CDTF">2026-02-10T04:01:32Z</dcterms:modified>
</cp:coreProperties>
</file>